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Goes Here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45720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66944" y="298094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· Confidential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[Client Name]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258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 and data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697480"/>
            <a:ext cx="64008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findings and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64008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995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and next steps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intelligence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0"/>
          </a:xfrm>
          <a:prstGeom prst="line">
            <a:avLst/>
          </a:prstGeom>
          <a:noFill/>
          <a:ln w="19050">
            <a:solidFill>
              <a:srgbClr val="3A7D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52544" y="325526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920240" cy="4572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097280"/>
            <a:ext cx="1920240" cy="4572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97280"/>
            <a:ext cx="1920240" cy="4572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clusters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1097280"/>
            <a:ext cx="1920240" cy="4572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9516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positions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headline goes here with a clear finding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paragraph that explains the finding in context. This should be 2-3 sentences maximum, providing enough context for the audience to understand the significance.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731520"/>
            <a:ext cx="3657600" cy="347472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/ Visual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three-phase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560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60604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from 50+ data sources across media, regulatory, and corporate channels.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2560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463040"/>
            <a:ext cx="260604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sentiment analysis, entity extraction, and stakeholder mapping with human validation.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2560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463040"/>
            <a:ext cx="260604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intelligence reports with actionable recommendations and confidence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cluster overview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3716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 authorities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NGOs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A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STROMY intelligence workflow · 847 Dutch-language media articles, Jan–Mar 2026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54864" cy="182880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097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 or strategic recommendation that captures the most important takeaway from the analysis.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Section 03: Analysis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7680960" cy="0"/>
          </a:xfrm>
          <a:prstGeom prst="line">
            <a:avLst/>
          </a:prstGeom>
          <a:noFill/>
          <a:ln w="19050">
            <a:solidFill>
              <a:srgbClr val="3A7D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416966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" cy="82296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stakeholder 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client's internal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2057400"/>
            <a:ext cx="749808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94560"/>
            <a:ext cx="36576" cy="82296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monitoring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sentiment tracking across identified channels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2194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3154680"/>
            <a:ext cx="749808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91840"/>
            <a:ext cx="36576" cy="82296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strategy audit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engagement with blocking clusters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291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spc="3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7024" y="197510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Orchestrated.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stromy.com.au</a:t>
            </a:r>
            <a:pPr algn="ctr"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stromy.nl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Corentin Music · Founder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STROMY Presentation Template</dc:title>
  <dc:subject>PptxGenJS Presentation</dc:subject>
  <dc:creator>STROMY</dc:creator>
  <cp:lastModifiedBy>STROMY</cp:lastModifiedBy>
  <cp:revision>1</cp:revision>
  <dcterms:created xsi:type="dcterms:W3CDTF">2026-03-22T16:46:36Z</dcterms:created>
  <dcterms:modified xsi:type="dcterms:W3CDTF">2026-03-22T16:46:36Z</dcterms:modified>
</cp:coreProperties>
</file>